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335" r:id="rId86"/>
    <p:sldId id="327" r:id="rId78"/>
    <p:sldId id="340" r:id="rId91"/>
    <p:sldId id="339" r:id="rId9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34" r:id="rId85"/>
    <p:sldId id="337" r:id="rId88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38" r:id="rId89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36" r:id="rId87"/>
    <p:sldId id="285" r:id="rId36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HTTP、五版对照、2026-07-28 无状态核心逐项拆解、Extensions/Tasks/Apps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新版已删掉这套握手、改走无状态，第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2026-07-28，2026-07-30 核实；三原语的控制者划分新版未改）。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新版已把 Roots、Sampling、Logging 正式列入弃用（Deprecated，SEP-2577）。官方给的替代：Roots 改用工具参数或资源 URI 传目录、Sampling 直连模型厂商 API、Logging 写 stderr 或走 OpenTelemetry；弃用到移除之间至少留 12 个月。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说清新版好在哪（五条收益），并认领客户属于哪个部署场景——SaaS 平台、函数计算、网关纳管、大工具集、长任务、过安全评审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2026-07-28，2026-07-30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Tasks（长任务）：已从实验特性转为官方扩展 io.modelcontextprotocol/tasks——阻塞式 tasks/result 改成轮询 tasks/get，另加 tasks/update 回传输入，长任务不必卡在一次同步调用里。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正式发布说明与官方 changelog，用三句话向同事解释「无状态核心」解决了什么运维痛点。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新版已经发布，我的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不必立刻。2026-07-28 已是当前规范，2025-11-25 进入兼容期；四个 Tier 1 SDK 都出了支持版本，弃用到移除之间至少留 12 个月，按这个窗口规划即可。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收益按人讲、不按条背：先认领客户是哪个场景（SaaS／函数计算／网关纳管／大工具集／长任务／过评审），再拿那一行的痛点对上号；对不上就直说影响不大。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新版已进一步向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当前版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规范：当前基线——无状态核心、MRTR、头路由、可缓存列表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上一版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规范：进入兼容期，至少 12 个月后才可能移除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版本与协商：锁定基线（2026-07-28）、每个请求自带协议版本与能力、未知版本要拒绝——证据：server/discover 应答、版本兼容表、错误路径用例（第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新版已删掉这套握手、改走「无状态」(下一张细讲)，但理解经典三步仍是基础。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（2026-07-28 已正式发布。跨调用还要留状态的：官方答案是服务端铸造句柄，当普通工具参数传。）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2026-07-28 发布文 + 官方 changelog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modelcontextprotocol.io/docs/sdk；SDK 仓库 GitHub releases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官方页；成本＝Atlassian《MCP Compression》2026-03-29、网关延迟＝Envoy AI Gateway 基准 2025-12-08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当前规范 2026-07-28（已发布）；上一版 2025-11-25 进入兼容期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 正式版已发（FastMCP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与规范同日发布，v1 转维护线只收安全修复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 RUNTIME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运行期成本：贵在上下文，不在调用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118311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客户问「这东西贵不贵」，答案常不在他以为的地方。MCP 的运行期开销主要不是每次调用的网络往返，而是工具定义常驻上下文——而且它随每一条消息进上下文，不是每会话一次，所以成本是按轮次乘的。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17.6k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GitHub 官方 MCP server 暴露 94 个工具，仅工具定义就占约 17,600 tokens。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边界：Atlassian 工程博客 2026-03-29，未公布模型与计数方法。这是单个大 server 的量级，不能外推成「每个 server 都这么贵」——工具少、描述简的只有几百到几千。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~3.9k → ~0.5k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压缩后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同样 94 个工具，描述压缩后分别降到约 3,900（低压缩）与约 500（最激进）。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656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边界：同源同场景。压缩是牺牲描述细节换上下文，而描述质量直接影响模型会不会误调（见第 4 章），不是免费。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8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1–2ms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/ 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MCP 流量经网关一跳的额外延迟（加密迭代调到约 100 次之后）。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边界：Envoy AI Gateway 官方基准 2025-12-08，M1 八核、echo 工具、按会话计。默认 10 万次KDF 迭代下为数十毫秒。单机基准，不能当生产 SLA。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28032"/>
            <a:ext cx="1118311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956048"/>
            <a:ext cx="10762488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这三个数改变的判断：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别把工具堆进一个 server——工具数直接乘进每轮上下文，90+ 工具光定义就吃掉 200k 窗口近 9%，接三个就可能过半。② 网关那一跳通常不是瓶颈，客户拿「多一层代理会不会慢」反对时，真正该谈的是加密配置。③ 选型先问「暴露多少工具」——比「支持哪些功能」更能预测实际成本。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五版一张表：协议一路在往「企业规模化」走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81328"/>
            <a:ext cx="196596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传输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授权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81328"/>
            <a:ext cx="16916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状态模型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481328"/>
            <a:ext cx="37490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这一版解决了什么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2024-11-05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81051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+ HTTP+SSE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81051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1051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先能跑通：三原语与 JSON-RPC 2.0 基座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4203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4203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2025-03-26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4203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HTTP（取代 HTTP+SSE）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4203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OAuth 2.1 框架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54203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 · Mcp-Session-Id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54203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能远程、能鉴权：工具注解、批处理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7355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27355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2025-06-18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27355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7355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服务端定为 OAuth 资源服务器；RFC 8707 受众校验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7355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27355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输出能对接程序：结构化输出、Elicitation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00507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00507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2025-11-25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00507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00507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OIDC 发现、增量授权、CIMD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00507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00507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往企业靠：图标元数据、实验性 Tasks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73659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73659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2026-07-28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473659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HTTP（无会话）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73659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RFC 9207 签发方校验；凭据绑签发方；DCR 转 CIMD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73659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73659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能规模化：无状态核心、MRTR、头路由、可缓存列表、扩展框架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596127"/>
            <a:ext cx="11155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像一条路从乡道拓成高速：早期解决「能跑通」，后面几版全在解决「多车道、能设收费站鉴权、能规模化扩容」。给客户的判断——方向明确、升级可控，不是朝令夕改。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144768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来源：modelcontextprotocol.io 规范页与官方 changelog，2026-07-30 核实。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2026-07-28 改了什么：九项主变更逐项对照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5087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变更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26464"/>
            <a:ext cx="28803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 · 2025-11-25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26464"/>
            <a:ext cx="32461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 · 2026-07-28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426464"/>
            <a:ext cx="35204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对你意味着什么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Mcp-Session-Id 头维持会话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73736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删掉会话与该头；要跨调用留状态改用服务端铸造的句柄，当普通工具参数传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173736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不用粘性会话，普通负载均衡就能横向扩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1284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握手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21284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initialize / initialized 两步握手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1284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删握手；每个请求 _meta 自带协议版本与客户端能力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21284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少一轮往返，任意实例都能接同一个请求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88336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88336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版本协商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688336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靠握手交换能力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88336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新增 server/discover，服务端必须实现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2688336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版本选择前置，探活与兼容判断更直接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16382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63824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服务端反向请求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3163824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roots/list、sampling、elicitation 由服务端发起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63824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改走 MRTR：返回 input_required，客户端带 inputResponses 重试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3163824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不再需要一直开着的回调通道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639312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39312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结果字段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639312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结果无类型标记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639312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所有结果必带 resultType（complete / input_required）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3639312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旧服务端省略时按 complete 处理，兼容有据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11480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订阅通知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11480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HTTP GET 端点 + resources/subscribe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1480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收口成一条长连 subscriptions/listen，按类型订阅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411480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变更通知只剩一条流，网关好治理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9028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59028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断流恢复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9028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Last-Event-ID 可续传、可重投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9028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取消可恢复与重投；断了用新的请求 ID 重发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9" y="459028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客户端要自己做幂等与重试，别假设续得上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065775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065775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065775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实验性 tasks/result，阻塞等结果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065775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转为官方扩展 tasks：tasks/get 轮询 + tasks/update 回传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59" y="5065775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长任务有了标准姿势，且能单独版本化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541263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541263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端点精简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5541263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ping、logging/setLevel、roots 变更通知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541263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全部删除；日志级别改为每个请求在 _meta 里带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59" y="5541263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实现面变小，少三处要维护的端点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89903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对应 SEP：会话 2567 ¦ 握手与版本协商、订阅、断流、端点精简 2575 ¦ MRTR 与 resultType 2322 ¦ 长任务 2663。来源：官方 changelog，2026-07-30 核实。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我的 server 要改什么：弃用清单与十二个月窗口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44752"/>
            <a:ext cx="11155680" cy="7132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7904"/>
            <a:ext cx="107899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先给客户吃颗定心丸：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新版首次带来正式的特性生命周期政策——Active → Deprecated → Removed 三态，从弃用到最早可移除之间</a:t>
            </a: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至少十二个月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。注意口径：这是「弃用到移除」的窗口，不是「新版本只管十二个月」。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已进入弃用的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304288"/>
            <a:ext cx="39776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官方给的替代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2304288"/>
            <a:ext cx="48463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我现在该做什么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3347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Roots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63347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改用工具参数、资源 URI 或服务端配置传目录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63347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盘一遍哪些工具依赖 roots 拿路径，改成显式入参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8211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318211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直接对接大模型厂商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18211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服务端别再借客户端的模型；自己接 API、自己记账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3075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3075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73075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写 stderr，或走 OpenTelemetry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373075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顺手把 trace 上下文接上（新版已定 _meta 传播约定）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939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7939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HTTP+SSE 传输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27939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迁到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427939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2025-03-26 起就该迁了，这次正式进弃用态，别再拖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28031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28031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OAuth 动态客户端注册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4828031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改用客户端 ID 元数据文档（CIMD）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4828031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旧机制保留兼容；新接入直接上 CIMD，别再走注册端点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399"/>
            <a:ext cx="111556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迁移成本落在哪：官方明说「依赖会话标识的实现」受影响最大——这正是无状态改造的代价所在。四个 Tier 1 SDK（TypeScript、Python、Go、C#）都已出支持版本，Rust 为 beta，SDK 内附迁移说明。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71615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 与特性生命周期政策页（SEP-2577 / SEP-2596），2026-07-30 核实。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安全  AUTHZ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授权加固三条：签发方要校验、注册要收口、凭据不许串用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40690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防的是什么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481328"/>
            <a:ext cx="45720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安全评审要看什么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10512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校验授权响应里的签发方（iss，RFC 9207）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10512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把授权码送错给另一台授权服务器——攻击者用一个自己控制的授权端点换走你的码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810512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客户端有没有把 iss 与登记的签发方逐一比对，不一致就拒绝兑换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注册时声明应用类型（application_type）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34640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OpenID Connect 下重定向地址冲突，回调被引到非预期的客户端形态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34640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注册请求里有没有明确声明；原生应用与 Web 应用的回调是否分开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58768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凭据按签发方绑定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58768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同一份客户端凭据被拿到另一台授权服务器上复用，越权换到不该有的令牌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58768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凭据是否按签发方标识分开存放；授权服务器换了有没有强制重新注册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107899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还有一条走向：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OAuth 动态客户端注册（RFC 7591）已被弃用，官方推客户端 ID 元数据文档（CIMD）——客户端把自己的元数据挂在一个可解析的地址上，授权服务器现取现用，不必先注册再拿凭据。旧机制保留兼容，但新接入别再往注册端点上建。</a:t>
            </a:r>
          </a:p>
          <a:p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一句话给客户：这三条堵的都是「令牌被张冠李戴」，不是加了几道流程——评审时按上表逐条要证据即可。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changelog（SEP-2468 / SEP-837 / SEP-2352、PR #2858），2026-07-30 核实。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安全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什么场景因此变了：六个以前难做、现在能做的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2402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31546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旧版为什么难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463040"/>
            <a:ext cx="30632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新版怎么解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463040"/>
            <a:ext cx="2697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客户长什么样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对外提供 MCP 的 SaaS 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7739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会话粘在实例上，横向扩容要么配粘连、要么建共享会话存储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7739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任意请求打任意实例，扩容回到普通 Web 服务的做法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7739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把自家能力开放成 MCP 给客户接的平台方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1401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1401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函数计算 / Serverless 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1401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函数实例随起随停，存不住会话，基本没法用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41401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无状态天然契合，按调用付费、闲时不烧钱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41401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调用量波动大、不愿养常驻实例的团队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5409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5409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拿现有 API 网关统一纳管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05409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要解开 JSON 体才知道调的是什么，网关得改造成 MCP 专用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05409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 Mcp-Method / Mcp-Name 两个头路由，现有网关加条规则即可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05409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已有网关与 API 治理体系的中大型企业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69417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69417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接了几十个 server 的智能体平台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69417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工具定义随每条消息进上下文，token 烧得快且只能靠轮询感知变化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69417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列表可缓存加定序，轮询变少、提示词缓存更易命中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69417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工具生态大、成本压力集中在上下文的平台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33425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3425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长耗时工具（报表、批处理、深检索）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33425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卡在一次同步调用里，超时就丢，没有标准的查询与取消姿势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433425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Tasks 转为官方扩展：句柄轮询查询、可回传输入、可取消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33425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跑分钟级甚至更久任务的业务系统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9743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9743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要过安全评审的行业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9743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授权细节留白多，评审时逐条解释成本高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49743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签发方校验、注册收口、凭据不串用三条写进规范，加上弃用政策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9743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金融、政务这类先过评审才谈落地的客户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24144"/>
            <a:ext cx="1115568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769864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怎么用这张表：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客户问「升级有什么好处」，别背九项变更——先认领他属于哪一行，再用那一行的「旧版为什么难」和他现在的痛点对上号。</a:t>
            </a: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 对不上号的，就老实说这版对他影响不大。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口径：场景为本册按官方变更推导的落地判断，非官方清单；协议事实来源见本章与来源页。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新版好在哪：五个能拿去跟客户讲的收益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1488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你得到什么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63040"/>
            <a:ext cx="37033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具体变成什么样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63040"/>
            <a:ext cx="23317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靠哪条改动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463040"/>
            <a:ext cx="297180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拿什么证明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server 能当普通 Web 服务养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773936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容器随时扩缩、滚动升级不断会话，函数计算这类随起随停的形态也能跑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73936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删会话与握手，上下文随每个请求走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73936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前面挂一个普通轮询负载均衡即可，不再需要会话粘连或共享会话存储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23744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23744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现有网关直接能治理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523744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按方法名与工具名做路由、限流、审计，跟治理普通 REST 一个姿势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23744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Mcp-Method / Mcp-Name 成为必带请求头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3744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网关规则写在请求头上，不用为 MCP 单独改造一层解包逻辑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73552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73552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工具列表能缓存，直接省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273552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少一堆 list 轮询；工具顺序固定后，大模型的提示词缓存更容易命中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273552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列表结果必带 ttlMs 与 cacheScope；工具列表建议定序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273552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本册已核实：GitHub 官方 server 94 个工具约 17,600 tokens 常驻上下文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23360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23360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调用能并进现有可观测体系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023360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一条 trace 从应用一路串到工具调用，不用为 MCP 自造一套埋点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023360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_meta 里定下 traceparent / tracestate / baggage 传播约定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023360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接上后与既有 APM 同图排障，串 AI-Ops 册的可观测线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73168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73168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变更有节奏，企业敢立项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773168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任何特性从弃用到最早移除之间至少十二个月，且走公开提案流程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773168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首个正式的特性生命周期政策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773168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这是客户问「会不会说变就变」时最有力的一句回答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3270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78424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还有一条不在表里但值得提：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扩展框架成形——非核心能力拆成可单独版本化的扩展（Tasks、MCP Apps 都在其中），核心保持精简、生态各自演进。对客户的意思是：以后加能力不必等整个协议大版本。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63056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2026-07-28 发布文与 changelog，2026-07-30 核实；token 数字见第 5 章运行期成本页。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80</Slides>
  <ScaleCrop>false</ScaleCrop>
  <HeadingPairs>
    <vt:vector size="2" baseType="variant">
      <vt:variant>
        <vt:lpstr>幻灯片标题</vt:lpstr>
      </vt:variant>
      <vt:variant>
        <vt:i4>80</vt:i4>
      </vt:variant>
    </vt:vector>
  </HeadingPairs>
  <TitlesOfParts>
    <vt:vector size="80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五版一张表：协议一路在往「企业规模化」走</vt:lpstr>
      <vt:lpstr>无状态核心：2026-07-28 最大的一次改动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运行期成本：贵在上下文，不在调用</vt:lpstr>
      <vt:lpstr>我的 server 要改什么：弃用清单与十二个月窗口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授权加固三条：签发方要校验、注册要收口、凭据不许串用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2026-07-28 改了什么：九项主变更逐项对照</vt:lpstr>
      <vt:lpstr>三个扩展方向：Extensions、Tasks、MCP Apps</vt:lpstr>
      <vt:lpstr>全书串联</vt:lpstr>
      <vt:lpstr>把 MCP 讲给客户，一句话记住每一章</vt:lpstr>
      <vt:lpstr>生产验收</vt:lpstr>
      <vt:lpstr>来源与核实 · SOURCES</vt:lpstr>
      <vt:lpstr>什么场景因此变了：六个以前难做、现在能做的</vt:lpstr>
      <vt:lpstr>新版好在哪：五个能拿去跟客户讲的收益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
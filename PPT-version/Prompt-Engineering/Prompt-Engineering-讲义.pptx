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p.45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GPT-5.6、Claude 5、Gemini 3.1 Pro、Grok 4.3、DeepSeek V4 等当前主力模型已把「思维链」内建进推理模式——写法要跟着变。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重点转移：从「教它思考」变成「花多少推理算力」——控制点是 effort（low / medium / high / xhigh / max），按 token 数设「思考预算」的老写法在 Claude 当前主力模型上已被移除。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对内建推理的模型少给显式步骤；思考 token 照常计费，但原始思维链不返回，最多给摘要。（核实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三个旋钮：两个已经没了，一个变成了主角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过去调模型行为主要靠三个旋钮。以 Claude 当前主力模型为例，两个已经被拿掉了——这是提示词工程这两年最实的一次变化，客户问「你们还调温度吗」时用得上。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已经没了的两个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temperature / top_p / top_k：Opus 5、Fable 5、Opus 4.8·4.7 上已移除，传了直接报错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想要输出多样：改用提示词说清楚，或让模型先给几个方向再挑一个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助手预填充（prefill）强行开头锁格式：同样已移除，传了报错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要锁死输出结构：改用结构化输出，按 schema 约束返回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两个旋钮的消失方向一致：少拧参数，多把要什么说清楚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还在、而且成了主角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effort：low / medium / high / xhigh / max，一个参数同时管思考深度与整体花销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 high。难题往上调，日常任务往下调——现在最有效的成本旋钮就是它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剩下真正靠人的两件：把目标说清楚、把该带的上下文带全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思考 token 照常计费；原始思维链不返回，最多拿到摘要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给客户一句话：现在不是「参数调得好」，是「需求写得清」（核实 2026-07-30）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DSPy（3.x，当前 3.2.1）：你只定义「要做什么（signature）+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2026-07-09；版本 2026-08-01）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2026-06，三大厂缓存输入价均约为原价 1 折（省约 90%），但成本模型不同：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OpenAI：自动缓存、无需改代码。各家最小可缓存前缀不同（512–4096 token），低于门槛静默不缓存。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Gemini：显式缓存 + 按小时存储计费。（核实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 5 千 token 系统说明的客服机器人，高频调用时缓存固定前缀，成本降一大截。把「稳定不变的部分」放最前面最利于命中——缓存按前缀匹配，前缀里改一个字节（哪怕塞了个当前时间），后面全失效。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p.56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p.66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p.75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p.76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p.77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p.78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p.79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p.80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示例层（Examples）：正例/反例/边界例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输出层（Output）：schema、引用、拒答、报错约定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p.81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 Top 10 for LLM Applications 2025（书单 #4）、mend/aembit/promptfoo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82</Slides>
  <ScaleCrop>false</ScaleCrop>
  <HeadingPairs>
    <vt:vector size="2" baseType="variant">
      <vt:variant>
        <vt:lpstr>幻灯片标题</vt:lpstr>
      </vt:variant>
      <vt:variant>
        <vt:i4>82</vt:i4>
      </vt:variant>
    </vt:vector>
  </HeadingPairs>
  <TitlesOfParts>
    <vt:vector size="82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
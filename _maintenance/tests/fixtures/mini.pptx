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A3B8"/>
                </a:solidFill>
                <a:latin typeface="Calibri"/>
              </a:rPr>
              <a:t>AI 知识库 · 讲义式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Cambria"/>
              </a:rPr>
              <a:t>测试模块 · 一章三条事实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1546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1CA3B8"/>
                </a:solidFill>
                <a:latin typeface="Calibri"/>
              </a:rPr>
              <a:t>给脚本自测用的小样张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023360"/>
            <a:ext cx="11057839" cy="749808"/>
          </a:xfrm>
          <a:prstGeom prst="round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alibri"/>
              </a:rPr>
              <a:t>第 1 章 · 测试章</a:t>
            </a:r>
          </a:p>
          <a:p>
            <a:pPr algn="ctr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1CA3B8"/>
                </a:solidFill>
                <a:latin typeface="Calibri"/>
              </a:rPr>
              <a:t>三条事实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949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FB3C0"/>
                </a:solidFill>
                <a:latin typeface="Calibri"/>
              </a:rPr>
              <a:t>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7332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FB3C0"/>
                </a:solidFill>
                <a:latin typeface="Calibri"/>
              </a:rPr>
              <a:t>核实日期 2026-09-05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3503066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900"/>
              </a:spcBef>
            </a:pPr>
            <a:r>
              <a:rPr sz="1250" b="1">
                <a:solidFill>
                  <a:srgbClr val="1A2733"/>
                </a:solidFill>
                <a:latin typeface="Calibri"/>
              </a:rPr>
              <a:t>第 1 章  测试章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97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1606E"/>
                </a:solidFill>
                <a:latin typeface="Calibri"/>
              </a:rPr>
              <a:t>唯一一章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导览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A3B8"/>
                </a:solidFill>
                <a:latin typeface="Calibri"/>
              </a:rPr>
              <a:t>第 1 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060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Cambria"/>
              </a:rPr>
              <a:t>测试章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77639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2A65A"/>
                </a:solidFill>
                <a:latin typeface="Calibri"/>
              </a:rPr>
              <a:t>本章回答：这个测试章讲了什么？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第 1 章 · 测试章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三条要点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61288"/>
            <a:ext cx="110578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51606E"/>
                </a:solidFill>
                <a:latin typeface="Calibri"/>
              </a:rPr>
              <a:t>一句话引子。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要点一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3821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要点二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9508" y="1874519"/>
            <a:ext cx="3515258" cy="4160520"/>
          </a:xfrm>
          <a:prstGeom prst="roundRect">
            <a:avLst/>
          </a:prstGeom>
          <a:solidFill>
            <a:srgbClr val="F3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46304"/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E4D64"/>
                </a:solidFill>
                <a:latin typeface="Calibri"/>
              </a:rPr>
              <a:t>要点三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第一行内容。</a:t>
            </a:r>
          </a:p>
          <a:p>
            <a:pPr>
              <a:lnSpc>
                <a:spcPct val="125000"/>
              </a:lnSpc>
              <a:spcBef>
                <a:spcPts val="700"/>
              </a:spcBef>
            </a:pPr>
            <a:r>
              <a:rPr sz="1350" b="0">
                <a:solidFill>
                  <a:srgbClr val="1A2733"/>
                </a:solidFill>
                <a:latin typeface="Calibri"/>
              </a:rPr>
              <a:t>第二行内容。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第 1 章 · 测试章 · 三条要点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5391759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· 一句话收束。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007" y="1417320"/>
            <a:ext cx="5391759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250" b="0">
                <a:solidFill>
                  <a:srgbClr val="FFFFFF"/>
                </a:solidFill>
                <a:latin typeface="Calibri"/>
              </a:rPr>
              <a:t>· 第二句。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FB3C0"/>
                </a:solidFill>
                <a:latin typeface="Calibri"/>
              </a:rPr>
              <a:t>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733"/>
                </a:solidFill>
                <a:latin typeface="Cambria"/>
              </a:rPr>
              <a:t>来源与核实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37360"/>
            <a:ext cx="110578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25000"/>
              </a:lnSpc>
              <a:spcBef>
                <a:spcPts val="1100"/>
              </a:spcBef>
            </a:pPr>
            <a:r>
              <a:rPr sz="1250" b="1">
                <a:solidFill>
                  <a:srgbClr val="0E4D64"/>
                </a:solidFill>
                <a:latin typeface="Calibri"/>
              </a:rPr>
              <a:t>信源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1606E"/>
                </a:solidFill>
                <a:latin typeface="Calibri"/>
              </a:rPr>
              <a:t>测试信源一（2026-09-05 核实）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355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TestMod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27487" y="6355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1606E"/>
                </a:solidFill>
                <a:latin typeface="Calibri"/>
              </a:rPr>
              <a:t>p.6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python-pptx</Application>
  <PresentationFormat>Widescreen</PresentationFormat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测试模块 · 一章三条事实</vt:lpstr>
      <vt:lpstr/>
      <vt:lpstr>测试章</vt:lpstr>
      <vt:lpstr>三条要点</vt:lpstr>
      <vt:lpstr>小结</vt:lpstr>
      <vt:lpstr>来源与核实</vt:lpstr>
    </vt:vector>
  </TitlesOfParts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
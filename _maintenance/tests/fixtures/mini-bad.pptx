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1CA3B8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Cambria"/>
              </a:rPr>
              <a:t>测试模块 · 一章三条事实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1546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CA3B8"/>
                </a:solidFill>
                <a:latin typeface="Calibri"/>
              </a:rPr>
              <a:t>给脚本自测用的小样张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023360"/>
            <a:ext cx="11057839" cy="74980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第 1 章 · 测试章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1CA3B8"/>
                </a:solidFill>
                <a:latin typeface="Calibri"/>
              </a:rPr>
              <a:t>三条事实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94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FB3C0"/>
                </a:solidFill>
                <a:latin typeface="Calibri"/>
              </a:rPr>
              <a:t>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7332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B3C0"/>
                </a:solidFill>
                <a:latin typeface="Calibri"/>
              </a:rPr>
              <a:t>核实日期 2026-09-05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733"/>
                </a:solidFill>
                <a:latin typeface="Cambria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3503066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250" b="1">
                <a:solidFill>
                  <a:srgbClr val="1A2733"/>
                </a:solidFill>
                <a:latin typeface="Calibri"/>
              </a:rPr>
              <a:t>第 1 章  测试章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97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1606E"/>
                </a:solidFill>
                <a:latin typeface="Calibri"/>
              </a:rPr>
              <a:t>唯一一章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导览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p.2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A3B8"/>
                </a:solidFill>
                <a:latin typeface="Calibri"/>
              </a:rPr>
              <a:t>第 1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6060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mbria"/>
              </a:rPr>
              <a:t>测试章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7763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2A65A"/>
                </a:solidFill>
                <a:latin typeface="Calibri"/>
              </a:rPr>
              <a:t>本章回答：这个测试章讲了什么？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测试章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p.3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733"/>
                </a:solidFill>
                <a:latin typeface="Cambria"/>
              </a:rPr>
              <a:t>三条要点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6128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1606E"/>
                </a:solidFill>
                <a:latin typeface="Calibri"/>
              </a:rPr>
              <a:t>一句话引子。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3515258" cy="4160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4D64"/>
                </a:solidFill>
                <a:latin typeface="Calibri"/>
              </a:rPr>
              <a:t>要点一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第一行内容。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第二行内容。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8218" y="1874519"/>
            <a:ext cx="3515258" cy="4160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4D64"/>
                </a:solidFill>
                <a:latin typeface="Calibri"/>
              </a:rPr>
              <a:t>要点二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第一行内容。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第二行内容。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9508" y="1874519"/>
            <a:ext cx="3515258" cy="4160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4D64"/>
                </a:solidFill>
                <a:latin typeface="Calibri"/>
              </a:rPr>
              <a:t>要点三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第一行内容。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第二行内容。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第 1 章 · 测试章 · 三条要点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p.4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mbria"/>
              </a:rP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5391759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>· 一句话收束。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007" y="1417320"/>
            <a:ext cx="5391759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>· 第二句。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p.5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733"/>
                </a:solidFill>
                <a:latin typeface="Cambria"/>
              </a:rPr>
              <a:t>来源与核实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10578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25000"/>
              </a:lnSpc>
              <a:spcBef>
                <a:spcPts val="1100"/>
              </a:spcBef>
            </a:pPr>
            <a:r>
              <a:rPr sz="1250" b="1">
                <a:solidFill>
                  <a:srgbClr val="0E4D64"/>
                </a:solidFill>
                <a:latin typeface="Calibri"/>
              </a:rPr>
              <a:t>信源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1606E"/>
                </a:solidFill>
                <a:latin typeface="Calibri"/>
              </a:rPr>
              <a:t>测试信源一（2026-09-05 核实）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TestMod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p.6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python-pptx</Application>
  <PresentationFormat>Widescreen</PresentationFormat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测试模块 · 一章三条事实</vt:lpstr>
      <vt:lpstr/>
      <vt:lpstr>测试章</vt:lpstr>
      <vt:lpstr>三条要点</vt:lpstr>
      <vt:lpstr>小结</vt:lpstr>
      <vt:lpstr>来源与核实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